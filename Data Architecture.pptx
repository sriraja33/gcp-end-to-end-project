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6FA67-BAB3-4BCB-8377-89A2C123F6AC}" v="25" dt="2026-02-18T13:12:37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 SATHAPAN" userId="38b58d6ddcf23f3f" providerId="LiveId" clId="{E0714F97-197E-48C0-8323-1F2196F0BBDB}"/>
    <pc:docChg chg="undo custSel addSld modSld">
      <pc:chgData name="RAJA SATHAPAN" userId="38b58d6ddcf23f3f" providerId="LiveId" clId="{E0714F97-197E-48C0-8323-1F2196F0BBDB}" dt="2026-02-18T13:12:45.766" v="436" actId="20577"/>
      <pc:docMkLst>
        <pc:docMk/>
      </pc:docMkLst>
      <pc:sldChg chg="addSp delSp modSp new mod">
        <pc:chgData name="RAJA SATHAPAN" userId="38b58d6ddcf23f3f" providerId="LiveId" clId="{E0714F97-197E-48C0-8323-1F2196F0BBDB}" dt="2026-02-18T13:12:45.766" v="436" actId="20577"/>
        <pc:sldMkLst>
          <pc:docMk/>
          <pc:sldMk cId="3451023828" sldId="256"/>
        </pc:sldMkLst>
        <pc:spChg chg="add del mod">
          <ac:chgData name="RAJA SATHAPAN" userId="38b58d6ddcf23f3f" providerId="LiveId" clId="{E0714F97-197E-48C0-8323-1F2196F0BBDB}" dt="2026-02-18T12:57:47.755" v="250" actId="478"/>
          <ac:spMkLst>
            <pc:docMk/>
            <pc:sldMk cId="3451023828" sldId="256"/>
            <ac:spMk id="6" creationId="{2B2C671E-8EE1-2C0E-964D-4430CE787BEF}"/>
          </ac:spMkLst>
        </pc:spChg>
        <pc:spChg chg="add del mod">
          <ac:chgData name="RAJA SATHAPAN" userId="38b58d6ddcf23f3f" providerId="LiveId" clId="{E0714F97-197E-48C0-8323-1F2196F0BBDB}" dt="2026-02-18T12:57:47.755" v="250" actId="478"/>
          <ac:spMkLst>
            <pc:docMk/>
            <pc:sldMk cId="3451023828" sldId="256"/>
            <ac:spMk id="7" creationId="{2273674C-89CE-8C44-169E-DFE039D8C122}"/>
          </ac:spMkLst>
        </pc:spChg>
        <pc:spChg chg="mod">
          <ac:chgData name="RAJA SATHAPAN" userId="38b58d6ddcf23f3f" providerId="LiveId" clId="{E0714F97-197E-48C0-8323-1F2196F0BBDB}" dt="2026-02-18T13:02:35.123" v="264" actId="14100"/>
          <ac:spMkLst>
            <pc:docMk/>
            <pc:sldMk cId="3451023828" sldId="256"/>
            <ac:spMk id="11" creationId="{EED57B15-0ABB-9D71-ECA3-470D6536CC31}"/>
          </ac:spMkLst>
        </pc:spChg>
        <pc:spChg chg="mod">
          <ac:chgData name="RAJA SATHAPAN" userId="38b58d6ddcf23f3f" providerId="LiveId" clId="{E0714F97-197E-48C0-8323-1F2196F0BBDB}" dt="2026-02-18T12:58:03.357" v="252" actId="1076"/>
          <ac:spMkLst>
            <pc:docMk/>
            <pc:sldMk cId="3451023828" sldId="256"/>
            <ac:spMk id="12" creationId="{AD48D45C-129F-465B-8987-842EEED5D948}"/>
          </ac:spMkLst>
        </pc:spChg>
        <pc:spChg chg="add mod">
          <ac:chgData name="RAJA SATHAPAN" userId="38b58d6ddcf23f3f" providerId="LiveId" clId="{E0714F97-197E-48C0-8323-1F2196F0BBDB}" dt="2026-02-18T13:03:05.939" v="297" actId="207"/>
          <ac:spMkLst>
            <pc:docMk/>
            <pc:sldMk cId="3451023828" sldId="256"/>
            <ac:spMk id="13" creationId="{C9D69071-5639-D764-3502-A123232B982E}"/>
          </ac:spMkLst>
        </pc:spChg>
        <pc:spChg chg="del">
          <ac:chgData name="RAJA SATHAPAN" userId="38b58d6ddcf23f3f" providerId="LiveId" clId="{E0714F97-197E-48C0-8323-1F2196F0BBDB}" dt="2026-02-18T13:04:17.909" v="306" actId="478"/>
          <ac:spMkLst>
            <pc:docMk/>
            <pc:sldMk cId="3451023828" sldId="256"/>
            <ac:spMk id="18" creationId="{FAB8D322-8566-DB53-0D0E-0BE1E48B59C7}"/>
          </ac:spMkLst>
        </pc:spChg>
        <pc:spChg chg="del">
          <ac:chgData name="RAJA SATHAPAN" userId="38b58d6ddcf23f3f" providerId="LiveId" clId="{E0714F97-197E-48C0-8323-1F2196F0BBDB}" dt="2026-02-18T13:04:23.831" v="309" actId="478"/>
          <ac:spMkLst>
            <pc:docMk/>
            <pc:sldMk cId="3451023828" sldId="256"/>
            <ac:spMk id="19" creationId="{6648A4E5-DE94-9BC2-4777-CE64949BCEDF}"/>
          </ac:spMkLst>
        </pc:spChg>
        <pc:spChg chg="mod">
          <ac:chgData name="RAJA SATHAPAN" userId="38b58d6ddcf23f3f" providerId="LiveId" clId="{E0714F97-197E-48C0-8323-1F2196F0BBDB}" dt="2026-02-18T13:06:18.363" v="321" actId="14100"/>
          <ac:spMkLst>
            <pc:docMk/>
            <pc:sldMk cId="3451023828" sldId="256"/>
            <ac:spMk id="23" creationId="{AD2499EA-9A9E-C1DA-B2FA-2FB49BC5A093}"/>
          </ac:spMkLst>
        </pc:spChg>
        <pc:spChg chg="mod">
          <ac:chgData name="RAJA SATHAPAN" userId="38b58d6ddcf23f3f" providerId="LiveId" clId="{E0714F97-197E-48C0-8323-1F2196F0BBDB}" dt="2026-02-18T13:10:39.274" v="417" actId="20577"/>
          <ac:spMkLst>
            <pc:docMk/>
            <pc:sldMk cId="3451023828" sldId="256"/>
            <ac:spMk id="24" creationId="{C93BB61C-A1C1-EA1B-EFFA-0A036E9E1EDB}"/>
          </ac:spMkLst>
        </pc:spChg>
        <pc:spChg chg="mod">
          <ac:chgData name="RAJA SATHAPAN" userId="38b58d6ddcf23f3f" providerId="LiveId" clId="{E0714F97-197E-48C0-8323-1F2196F0BBDB}" dt="2026-02-18T13:09:27.302" v="376" actId="1036"/>
          <ac:spMkLst>
            <pc:docMk/>
            <pc:sldMk cId="3451023828" sldId="256"/>
            <ac:spMk id="27" creationId="{69317110-BB95-D0B4-471B-4277238128DE}"/>
          </ac:spMkLst>
        </pc:spChg>
        <pc:spChg chg="mod">
          <ac:chgData name="RAJA SATHAPAN" userId="38b58d6ddcf23f3f" providerId="LiveId" clId="{E0714F97-197E-48C0-8323-1F2196F0BBDB}" dt="2026-02-18T13:09:27.302" v="376" actId="1036"/>
          <ac:spMkLst>
            <pc:docMk/>
            <pc:sldMk cId="3451023828" sldId="256"/>
            <ac:spMk id="28" creationId="{F71A3C73-EF43-6FBB-CD70-F1F84E11F910}"/>
          </ac:spMkLst>
        </pc:spChg>
        <pc:spChg chg="mod">
          <ac:chgData name="RAJA SATHAPAN" userId="38b58d6ddcf23f3f" providerId="LiveId" clId="{E0714F97-197E-48C0-8323-1F2196F0BBDB}" dt="2026-02-18T13:09:14.791" v="337" actId="1076"/>
          <ac:spMkLst>
            <pc:docMk/>
            <pc:sldMk cId="3451023828" sldId="256"/>
            <ac:spMk id="32" creationId="{20E8C63E-8FB1-E166-DC4E-E6DB6907DF4F}"/>
          </ac:spMkLst>
        </pc:spChg>
        <pc:spChg chg="mod">
          <ac:chgData name="RAJA SATHAPAN" userId="38b58d6ddcf23f3f" providerId="LiveId" clId="{E0714F97-197E-48C0-8323-1F2196F0BBDB}" dt="2026-02-18T13:09:14.791" v="337" actId="1076"/>
          <ac:spMkLst>
            <pc:docMk/>
            <pc:sldMk cId="3451023828" sldId="256"/>
            <ac:spMk id="33" creationId="{002B01D4-0AAD-C4F5-58BA-98637DEBACD3}"/>
          </ac:spMkLst>
        </pc:spChg>
        <pc:spChg chg="mod">
          <ac:chgData name="RAJA SATHAPAN" userId="38b58d6ddcf23f3f" providerId="LiveId" clId="{E0714F97-197E-48C0-8323-1F2196F0BBDB}" dt="2026-02-18T12:58:09.108" v="254" actId="1076"/>
          <ac:spMkLst>
            <pc:docMk/>
            <pc:sldMk cId="3451023828" sldId="256"/>
            <ac:spMk id="48" creationId="{6055787C-E21E-5565-36D8-36D696784387}"/>
          </ac:spMkLst>
        </pc:spChg>
        <pc:spChg chg="add mod">
          <ac:chgData name="RAJA SATHAPAN" userId="38b58d6ddcf23f3f" providerId="LiveId" clId="{E0714F97-197E-48C0-8323-1F2196F0BBDB}" dt="2026-02-18T13:10:12.549" v="393" actId="20577"/>
          <ac:spMkLst>
            <pc:docMk/>
            <pc:sldMk cId="3451023828" sldId="256"/>
            <ac:spMk id="51" creationId="{D6C9C2BC-DCD8-9B36-1C71-77B4AE1218B9}"/>
          </ac:spMkLst>
        </pc:spChg>
        <pc:spChg chg="add mod">
          <ac:chgData name="RAJA SATHAPAN" userId="38b58d6ddcf23f3f" providerId="LiveId" clId="{E0714F97-197E-48C0-8323-1F2196F0BBDB}" dt="2026-02-18T13:10:25.616" v="412" actId="20577"/>
          <ac:spMkLst>
            <pc:docMk/>
            <pc:sldMk cId="3451023828" sldId="256"/>
            <ac:spMk id="52" creationId="{BCE5B82D-BE09-6152-7335-57B37AE7BBC1}"/>
          </ac:spMkLst>
        </pc:spChg>
        <pc:spChg chg="add mod">
          <ac:chgData name="RAJA SATHAPAN" userId="38b58d6ddcf23f3f" providerId="LiveId" clId="{E0714F97-197E-48C0-8323-1F2196F0BBDB}" dt="2026-02-18T13:12:45.766" v="436" actId="20577"/>
          <ac:spMkLst>
            <pc:docMk/>
            <pc:sldMk cId="3451023828" sldId="256"/>
            <ac:spMk id="53" creationId="{9B7FA20A-1075-7A4D-4C09-7AB3B0E60ABC}"/>
          </ac:spMkLst>
        </pc:spChg>
        <pc:picChg chg="add del mod">
          <ac:chgData name="RAJA SATHAPAN" userId="38b58d6ddcf23f3f" providerId="LiveId" clId="{E0714F97-197E-48C0-8323-1F2196F0BBDB}" dt="2026-02-18T13:00:14.600" v="258" actId="478"/>
          <ac:picMkLst>
            <pc:docMk/>
            <pc:sldMk cId="3451023828" sldId="256"/>
            <ac:picMk id="2" creationId="{95C8FAEE-44A4-4FE6-19F4-31EFC1566EAC}"/>
          </ac:picMkLst>
        </pc:picChg>
        <pc:picChg chg="add mod">
          <ac:chgData name="RAJA SATHAPAN" userId="38b58d6ddcf23f3f" providerId="LiveId" clId="{E0714F97-197E-48C0-8323-1F2196F0BBDB}" dt="2026-02-18T13:01:32.117" v="263" actId="1076"/>
          <ac:picMkLst>
            <pc:docMk/>
            <pc:sldMk cId="3451023828" sldId="256"/>
            <ac:picMk id="8" creationId="{74F186E6-7AFA-C580-B820-A7B8D870A992}"/>
          </ac:picMkLst>
        </pc:picChg>
        <pc:picChg chg="add del mod">
          <ac:chgData name="RAJA SATHAPAN" userId="38b58d6ddcf23f3f" providerId="LiveId" clId="{E0714F97-197E-48C0-8323-1F2196F0BBDB}" dt="2026-02-18T12:57:47.755" v="250" actId="478"/>
          <ac:picMkLst>
            <pc:docMk/>
            <pc:sldMk cId="3451023828" sldId="256"/>
            <ac:picMk id="10" creationId="{552D9E7E-53A6-6CC1-DD31-B324A9AFE4B6}"/>
          </ac:picMkLst>
        </pc:picChg>
        <pc:picChg chg="del mod">
          <ac:chgData name="RAJA SATHAPAN" userId="38b58d6ddcf23f3f" providerId="LiveId" clId="{E0714F97-197E-48C0-8323-1F2196F0BBDB}" dt="2026-02-18T12:58:06.234" v="253" actId="478"/>
          <ac:picMkLst>
            <pc:docMk/>
            <pc:sldMk cId="3451023828" sldId="256"/>
            <ac:picMk id="15" creationId="{6FE89D5F-8F62-575C-A416-558C5B325985}"/>
          </ac:picMkLst>
        </pc:picChg>
        <pc:picChg chg="mod">
          <ac:chgData name="RAJA SATHAPAN" userId="38b58d6ddcf23f3f" providerId="LiveId" clId="{E0714F97-197E-48C0-8323-1F2196F0BBDB}" dt="2026-02-18T12:58:03.357" v="252" actId="1076"/>
          <ac:picMkLst>
            <pc:docMk/>
            <pc:sldMk cId="3451023828" sldId="256"/>
            <ac:picMk id="17" creationId="{B29ED98A-E41C-875A-522A-43E18CD16480}"/>
          </ac:picMkLst>
        </pc:picChg>
        <pc:picChg chg="del">
          <ac:chgData name="RAJA SATHAPAN" userId="38b58d6ddcf23f3f" providerId="LiveId" clId="{E0714F97-197E-48C0-8323-1F2196F0BBDB}" dt="2026-02-18T13:04:23.831" v="309" actId="478"/>
          <ac:picMkLst>
            <pc:docMk/>
            <pc:sldMk cId="3451023828" sldId="256"/>
            <ac:picMk id="20" creationId="{E982A515-8FB6-AE89-2F5F-67A5B4C5B958}"/>
          </ac:picMkLst>
        </pc:picChg>
        <pc:picChg chg="mod">
          <ac:chgData name="RAJA SATHAPAN" userId="38b58d6ddcf23f3f" providerId="LiveId" clId="{E0714F97-197E-48C0-8323-1F2196F0BBDB}" dt="2026-02-18T13:04:27.544" v="310" actId="1076"/>
          <ac:picMkLst>
            <pc:docMk/>
            <pc:sldMk cId="3451023828" sldId="256"/>
            <ac:picMk id="22" creationId="{35514EC5-1D5B-F564-9994-D279F4FE2544}"/>
          </ac:picMkLst>
        </pc:picChg>
        <pc:picChg chg="del ord">
          <ac:chgData name="RAJA SATHAPAN" userId="38b58d6ddcf23f3f" providerId="LiveId" clId="{E0714F97-197E-48C0-8323-1F2196F0BBDB}" dt="2026-02-18T13:04:05.469" v="305" actId="478"/>
          <ac:picMkLst>
            <pc:docMk/>
            <pc:sldMk cId="3451023828" sldId="256"/>
            <ac:picMk id="26" creationId="{6CEE47B4-1FA7-B821-C166-7472B4C7C65E}"/>
          </ac:picMkLst>
        </pc:picChg>
        <pc:picChg chg="del">
          <ac:chgData name="RAJA SATHAPAN" userId="38b58d6ddcf23f3f" providerId="LiveId" clId="{E0714F97-197E-48C0-8323-1F2196F0BBDB}" dt="2026-02-18T13:06:33.526" v="322" actId="478"/>
          <ac:picMkLst>
            <pc:docMk/>
            <pc:sldMk cId="3451023828" sldId="256"/>
            <ac:picMk id="29" creationId="{0B5B13D3-35A1-E154-D42F-128FA62BC3B9}"/>
          </ac:picMkLst>
        </pc:picChg>
        <pc:picChg chg="mod">
          <ac:chgData name="RAJA SATHAPAN" userId="38b58d6ddcf23f3f" providerId="LiveId" clId="{E0714F97-197E-48C0-8323-1F2196F0BBDB}" dt="2026-02-18T13:09:27.302" v="376" actId="1036"/>
          <ac:picMkLst>
            <pc:docMk/>
            <pc:sldMk cId="3451023828" sldId="256"/>
            <ac:picMk id="31" creationId="{244CA545-70DD-B640-D18E-0CE2809205A3}"/>
          </ac:picMkLst>
        </pc:picChg>
        <pc:picChg chg="del">
          <ac:chgData name="RAJA SATHAPAN" userId="38b58d6ddcf23f3f" providerId="LiveId" clId="{E0714F97-197E-48C0-8323-1F2196F0BBDB}" dt="2026-02-18T13:07:12.971" v="332" actId="478"/>
          <ac:picMkLst>
            <pc:docMk/>
            <pc:sldMk cId="3451023828" sldId="256"/>
            <ac:picMk id="36" creationId="{C7F29CB7-5BB2-110A-7F6E-2F178FF3BC72}"/>
          </ac:picMkLst>
        </pc:picChg>
        <pc:picChg chg="add mod">
          <ac:chgData name="RAJA SATHAPAN" userId="38b58d6ddcf23f3f" providerId="LiveId" clId="{E0714F97-197E-48C0-8323-1F2196F0BBDB}" dt="2026-02-18T13:05:20.250" v="314" actId="1076"/>
          <ac:picMkLst>
            <pc:docMk/>
            <pc:sldMk cId="3451023828" sldId="256"/>
            <ac:picMk id="37" creationId="{9EB86996-AD2B-E251-8C0B-D053C53A4729}"/>
          </ac:picMkLst>
        </pc:picChg>
        <pc:picChg chg="add mod">
          <ac:chgData name="RAJA SATHAPAN" userId="38b58d6ddcf23f3f" providerId="LiveId" clId="{E0714F97-197E-48C0-8323-1F2196F0BBDB}" dt="2026-02-18T13:09:27.302" v="376" actId="1036"/>
          <ac:picMkLst>
            <pc:docMk/>
            <pc:sldMk cId="3451023828" sldId="256"/>
            <ac:picMk id="43" creationId="{38952823-0257-B870-124B-A36BC6659477}"/>
          </ac:picMkLst>
        </pc:picChg>
        <pc:picChg chg="add mod">
          <ac:chgData name="RAJA SATHAPAN" userId="38b58d6ddcf23f3f" providerId="LiveId" clId="{E0714F97-197E-48C0-8323-1F2196F0BBDB}" dt="2026-02-18T13:09:14.791" v="337" actId="1076"/>
          <ac:picMkLst>
            <pc:docMk/>
            <pc:sldMk cId="3451023828" sldId="256"/>
            <ac:picMk id="49" creationId="{7AA3DF71-BE6D-DC89-496B-B88514553E5C}"/>
          </ac:picMkLst>
        </pc:picChg>
        <pc:picChg chg="add mod">
          <ac:chgData name="RAJA SATHAPAN" userId="38b58d6ddcf23f3f" providerId="LiveId" clId="{E0714F97-197E-48C0-8323-1F2196F0BBDB}" dt="2026-02-18T13:06:04.183" v="319" actId="1076"/>
          <ac:picMkLst>
            <pc:docMk/>
            <pc:sldMk cId="3451023828" sldId="256"/>
            <ac:picMk id="1028" creationId="{4F847DF3-89BD-4367-6A4A-1F4197F8E2AF}"/>
          </ac:picMkLst>
        </pc:picChg>
        <pc:picChg chg="add mod">
          <ac:chgData name="RAJA SATHAPAN" userId="38b58d6ddcf23f3f" providerId="LiveId" clId="{E0714F97-197E-48C0-8323-1F2196F0BBDB}" dt="2026-02-18T13:10:01.526" v="381" actId="1076"/>
          <ac:picMkLst>
            <pc:docMk/>
            <pc:sldMk cId="3451023828" sldId="256"/>
            <ac:picMk id="1030" creationId="{D69FADFE-2D12-41D4-F97C-8AF06BB443AA}"/>
          </ac:picMkLst>
        </pc:picChg>
        <pc:picChg chg="add mod">
          <ac:chgData name="RAJA SATHAPAN" userId="38b58d6ddcf23f3f" providerId="LiveId" clId="{E0714F97-197E-48C0-8323-1F2196F0BBDB}" dt="2026-02-18T13:11:00.490" v="420" actId="1076"/>
          <ac:picMkLst>
            <pc:docMk/>
            <pc:sldMk cId="3451023828" sldId="256"/>
            <ac:picMk id="1032" creationId="{EF3FEC98-9F17-C559-1A22-3CFC224EC309}"/>
          </ac:picMkLst>
        </pc:picChg>
        <pc:picChg chg="add mod">
          <ac:chgData name="RAJA SATHAPAN" userId="38b58d6ddcf23f3f" providerId="LiveId" clId="{E0714F97-197E-48C0-8323-1F2196F0BBDB}" dt="2026-02-18T13:12:35.483" v="424" actId="1076"/>
          <ac:picMkLst>
            <pc:docMk/>
            <pc:sldMk cId="3451023828" sldId="256"/>
            <ac:picMk id="1034" creationId="{B7856C15-BAC4-84A7-2C34-5A06B544F59F}"/>
          </ac:picMkLst>
        </pc:picChg>
        <pc:cxnChg chg="add del">
          <ac:chgData name="RAJA SATHAPAN" userId="38b58d6ddcf23f3f" providerId="LiveId" clId="{E0714F97-197E-48C0-8323-1F2196F0BBDB}" dt="2026-02-18T13:03:21.745" v="299" actId="478"/>
          <ac:cxnSpMkLst>
            <pc:docMk/>
            <pc:sldMk cId="3451023828" sldId="256"/>
            <ac:cxnSpMk id="16" creationId="{CD6DAFD8-278C-5372-A9A1-FC926CC1FA00}"/>
          </ac:cxnSpMkLst>
        </pc:cxnChg>
        <pc:cxnChg chg="add mod ord">
          <ac:chgData name="RAJA SATHAPAN" userId="38b58d6ddcf23f3f" providerId="LiveId" clId="{E0714F97-197E-48C0-8323-1F2196F0BBDB}" dt="2026-02-18T13:06:18.363" v="321" actId="14100"/>
          <ac:cxnSpMkLst>
            <pc:docMk/>
            <pc:sldMk cId="3451023828" sldId="256"/>
            <ac:cxnSpMk id="30" creationId="{BD9A3F6E-E861-8224-D9AA-B649C0FB35BE}"/>
          </ac:cxnSpMkLst>
        </pc:cxnChg>
        <pc:cxnChg chg="add mod">
          <ac:chgData name="RAJA SATHAPAN" userId="38b58d6ddcf23f3f" providerId="LiveId" clId="{E0714F97-197E-48C0-8323-1F2196F0BBDB}" dt="2026-02-18T13:03:24.492" v="300" actId="14100"/>
          <ac:cxnSpMkLst>
            <pc:docMk/>
            <pc:sldMk cId="3451023828" sldId="256"/>
            <ac:cxnSpMk id="38" creationId="{3A8086EB-4D50-C86F-27B0-E6C9A999731D}"/>
          </ac:cxnSpMkLst>
        </pc:cxnChg>
        <pc:cxnChg chg="add del mod">
          <ac:chgData name="RAJA SATHAPAN" userId="38b58d6ddcf23f3f" providerId="LiveId" clId="{E0714F97-197E-48C0-8323-1F2196F0BBDB}" dt="2026-02-18T12:57:50.637" v="251" actId="478"/>
          <ac:cxnSpMkLst>
            <pc:docMk/>
            <pc:sldMk cId="3451023828" sldId="256"/>
            <ac:cxnSpMk id="40" creationId="{CB50654F-0CF0-570F-3DE8-FA1BC6BE5BCB}"/>
          </ac:cxnSpMkLst>
        </pc:cxnChg>
        <pc:cxnChg chg="del mod">
          <ac:chgData name="RAJA SATHAPAN" userId="38b58d6ddcf23f3f" providerId="LiveId" clId="{E0714F97-197E-48C0-8323-1F2196F0BBDB}" dt="2026-02-18T13:02:37.631" v="265" actId="478"/>
          <ac:cxnSpMkLst>
            <pc:docMk/>
            <pc:sldMk cId="3451023828" sldId="256"/>
            <ac:cxnSpMk id="42" creationId="{56498C68-D8EC-871C-8958-66B8769D4B25}"/>
          </ac:cxnSpMkLst>
        </pc:cxnChg>
        <pc:cxnChg chg="mod">
          <ac:chgData name="RAJA SATHAPAN" userId="38b58d6ddcf23f3f" providerId="LiveId" clId="{E0714F97-197E-48C0-8323-1F2196F0BBDB}" dt="2026-02-18T13:09:27.302" v="376" actId="1036"/>
          <ac:cxnSpMkLst>
            <pc:docMk/>
            <pc:sldMk cId="3451023828" sldId="256"/>
            <ac:cxnSpMk id="45" creationId="{9F5937AC-2491-5947-39C4-E54EAD650606}"/>
          </ac:cxnSpMkLst>
        </pc:cxnChg>
        <pc:cxnChg chg="mod">
          <ac:chgData name="RAJA SATHAPAN" userId="38b58d6ddcf23f3f" providerId="LiveId" clId="{E0714F97-197E-48C0-8323-1F2196F0BBDB}" dt="2026-02-18T13:09:27.302" v="376" actId="1036"/>
          <ac:cxnSpMkLst>
            <pc:docMk/>
            <pc:sldMk cId="3451023828" sldId="256"/>
            <ac:cxnSpMk id="47" creationId="{8F92BACA-64C2-FC30-89D4-4CFB7084EE7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B091-4473-4825-3329-5823AD002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CE046-9EBF-58B7-059F-2DC2F7D42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4BED1-7B46-3A0E-79C7-410E74E0E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37B56-7B28-DE3A-02D8-E305513F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F9151-13CC-A8ED-9D50-0C6D8553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7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F2717-35A0-43D3-68AC-3CFBF541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057D-8F81-D385-9194-F61ADEFF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EEEA5-2312-6397-6CC7-1C634A44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261B5-08ED-BB98-18E0-2CCC40BD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C91EF-256D-C490-9FEC-5B40924C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78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11A9F-8ABB-C9E2-4FE1-2FFC4D08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88465-2192-EDD0-38C6-374199EAF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E888E-1A59-50BE-6357-93E3FC657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F31B2-BC77-89AC-32F1-4B5D155C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2BF97-F2D2-0F88-CC0B-70A39829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240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194F-264F-0B74-589B-081261AF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B22B9-A2B3-0E3F-BAC2-D1C37F35E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48FAC-3768-C620-83B1-001385BD1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C7431-00C7-1516-7072-0DFC9332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164B4-D7FC-0F0D-52EC-3C46CCFE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F9642-3299-43F2-FB0B-FEB2F917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17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E9B5-2DF2-3893-5E0D-779A548D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9A117-88CD-31F7-AF5C-43136A1B3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F6BF6-6D04-6B56-F980-FC6793C4D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B9EAD-265A-4525-E971-2CB4791D7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0175C-0BC8-6E31-90FE-605AA7C26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E1A49-EE68-3715-0582-B8B2D340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97C332-0122-547F-1C81-B42A8EE1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60B3F-6F14-1C86-A936-A99D040D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2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E606-B07B-77A6-E272-64912A63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C00A3-64C9-49EB-6AB7-B2FF9C57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0BE52-39C9-2698-89AD-C6DA440B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D22F3-EC05-6E79-5214-CC3F955D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4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28D24C-4054-B440-491E-737A9458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18669-25CC-C73A-DD69-76F43B18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DB6D6-5D83-BD9E-E6F6-3161EF36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004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2A2A2-0088-F32F-013E-09915451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855DD-3E56-FFCC-5DAE-B1E91AB8C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147C3-0B70-D094-19D8-1F03F6345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714D4-53C2-8A48-962D-43AEE2C3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FE754-1024-5F74-B1AF-D23BDB8B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C0CA7-3E0C-12FE-5BDE-08859621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817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D522-35FA-1C82-7238-7F26271BB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A58F6-F593-3CF6-5429-44C478F77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38F5A-3008-A9C6-0428-1A3C0E1E9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D717E-0A2D-1AE8-3AEE-B92BD988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CE701-7C11-5A20-EF24-9E6B7DA2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E82A8-A217-A89A-389D-18C6A336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01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9AC7-D3C5-8513-2532-1506F081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31618-16CE-F5A2-C77A-F21C7604F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77D17-7C4B-C671-77B4-F02FE40F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F4EBA-0115-B262-E9E1-14683B6A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6B853-4BCC-64B4-A5C5-80DF72C4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89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82F6E-75BA-8C8C-06FF-D547FDFF8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35331-F1BE-D599-A92E-A58CA94A7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AFA5E-27CD-262B-9196-DAA74DCE9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8EB72-5DA6-F88C-FB75-AFFF2776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67F89-EE9E-F73A-C32A-D89D3CBF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94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47A06-21AF-CDE7-7844-DD935B0C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0365F-9F1B-ACC1-EDF7-76025FA31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0649A-4523-3237-FB66-9BB38A485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8050E-1362-44E0-BFF7-183F263C6E6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631A2-570C-10FE-468E-0CA7BE14E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35FCF-2CCD-A229-9820-FC3801658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52464-7D32-4126-A90E-8B7C7B330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97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D9A3F6E-E861-8224-D9AA-B649C0FB35BE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4576918" y="1874229"/>
            <a:ext cx="733483" cy="28253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D2499EA-9A9E-C1DA-B2FA-2FB49BC5A093}"/>
              </a:ext>
            </a:extLst>
          </p:cNvPr>
          <p:cNvSpPr/>
          <p:nvPr/>
        </p:nvSpPr>
        <p:spPr>
          <a:xfrm>
            <a:off x="5310401" y="2909900"/>
            <a:ext cx="2820876" cy="357939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57350-24A5-3CE5-628F-A6D39EDCDB30}"/>
              </a:ext>
            </a:extLst>
          </p:cNvPr>
          <p:cNvSpPr/>
          <p:nvPr/>
        </p:nvSpPr>
        <p:spPr>
          <a:xfrm>
            <a:off x="471947" y="2635047"/>
            <a:ext cx="1691150" cy="1474838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4D5BA-12B1-6104-6DC8-88374A76A23F}"/>
              </a:ext>
            </a:extLst>
          </p:cNvPr>
          <p:cNvSpPr txBox="1"/>
          <p:nvPr/>
        </p:nvSpPr>
        <p:spPr>
          <a:xfrm>
            <a:off x="471947" y="2753032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Data Source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9010CE-41EB-C3D0-2AA4-5A4CB725C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21" y="330118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D57B15-0ABB-9D71-ECA3-470D6536CC31}"/>
              </a:ext>
            </a:extLst>
          </p:cNvPr>
          <p:cNvSpPr/>
          <p:nvPr/>
        </p:nvSpPr>
        <p:spPr>
          <a:xfrm>
            <a:off x="2885768" y="1055693"/>
            <a:ext cx="1691150" cy="1637071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8D45C-129F-465B-8987-842EEED5D948}"/>
              </a:ext>
            </a:extLst>
          </p:cNvPr>
          <p:cNvSpPr txBox="1"/>
          <p:nvPr/>
        </p:nvSpPr>
        <p:spPr>
          <a:xfrm>
            <a:off x="2885768" y="1173679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Raw Data Store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Picture 16" descr="A gold medal with red ribbons&#10;&#10;AI-generated content may be incorrect.">
            <a:extLst>
              <a:ext uri="{FF2B5EF4-FFF2-40B4-BE49-F238E27FC236}">
                <a16:creationId xmlns:a16="http://schemas.microsoft.com/office/drawing/2014/main" id="{B29ED98A-E41C-875A-522A-43E18CD16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273" y="563205"/>
            <a:ext cx="499154" cy="659188"/>
          </a:xfrm>
          <a:prstGeom prst="rect">
            <a:avLst/>
          </a:prstGeom>
        </p:spPr>
      </p:pic>
      <p:pic>
        <p:nvPicPr>
          <p:cNvPr id="22" name="Picture 21" descr="A silver medal with red ribbons&#10;&#10;AI-generated content may be incorrect.">
            <a:extLst>
              <a:ext uri="{FF2B5EF4-FFF2-40B4-BE49-F238E27FC236}">
                <a16:creationId xmlns:a16="http://schemas.microsoft.com/office/drawing/2014/main" id="{35514EC5-1D5B-F564-9994-D279F4FE2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752" y="2684735"/>
            <a:ext cx="493541" cy="59604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93BB61C-A1C1-EA1B-EFFA-0A036E9E1EDB}"/>
              </a:ext>
            </a:extLst>
          </p:cNvPr>
          <p:cNvSpPr txBox="1"/>
          <p:nvPr/>
        </p:nvSpPr>
        <p:spPr>
          <a:xfrm>
            <a:off x="5809554" y="3069308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ETL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317110-BB95-D0B4-471B-4277238128DE}"/>
              </a:ext>
            </a:extLst>
          </p:cNvPr>
          <p:cNvSpPr/>
          <p:nvPr/>
        </p:nvSpPr>
        <p:spPr>
          <a:xfrm>
            <a:off x="9488129" y="3950841"/>
            <a:ext cx="1691150" cy="1474838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1A3C73-EF43-6FBB-CD70-F1F84E11F910}"/>
              </a:ext>
            </a:extLst>
          </p:cNvPr>
          <p:cNvSpPr txBox="1"/>
          <p:nvPr/>
        </p:nvSpPr>
        <p:spPr>
          <a:xfrm>
            <a:off x="9488129" y="4068826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Serving Layer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1" name="Picture 30" descr="A gold medal with red ribbons&#10;&#10;AI-generated content may be incorrect.">
            <a:extLst>
              <a:ext uri="{FF2B5EF4-FFF2-40B4-BE49-F238E27FC236}">
                <a16:creationId xmlns:a16="http://schemas.microsoft.com/office/drawing/2014/main" id="{244CA545-70DD-B640-D18E-0CE280920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3491" y="3418844"/>
            <a:ext cx="493541" cy="73820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0E8C63E-8FB1-E166-DC4E-E6DB6907DF4F}"/>
              </a:ext>
            </a:extLst>
          </p:cNvPr>
          <p:cNvSpPr/>
          <p:nvPr/>
        </p:nvSpPr>
        <p:spPr>
          <a:xfrm>
            <a:off x="9488129" y="1055693"/>
            <a:ext cx="1691150" cy="1474838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2B01D4-0AAD-C4F5-58BA-98637DEBACD3}"/>
              </a:ext>
            </a:extLst>
          </p:cNvPr>
          <p:cNvSpPr txBox="1"/>
          <p:nvPr/>
        </p:nvSpPr>
        <p:spPr>
          <a:xfrm>
            <a:off x="9488129" y="1173678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Reporting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A8086EB-4D50-C86F-27B0-E6C9A999731D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2163097" y="1874229"/>
            <a:ext cx="722671" cy="149823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5937AC-2491-5947-39C4-E54EAD650606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8131277" y="4688260"/>
            <a:ext cx="1356852" cy="11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92BACA-64C2-FC30-89D4-4CFB7084EE76}"/>
              </a:ext>
            </a:extLst>
          </p:cNvPr>
          <p:cNvCxnSpPr>
            <a:stCxn id="27" idx="0"/>
            <a:endCxn id="32" idx="2"/>
          </p:cNvCxnSpPr>
          <p:nvPr/>
        </p:nvCxnSpPr>
        <p:spPr>
          <a:xfrm flipV="1">
            <a:off x="10333704" y="2530531"/>
            <a:ext cx="0" cy="1420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055787C-E21E-5565-36D8-36D696784387}"/>
              </a:ext>
            </a:extLst>
          </p:cNvPr>
          <p:cNvSpPr txBox="1"/>
          <p:nvPr/>
        </p:nvSpPr>
        <p:spPr>
          <a:xfrm>
            <a:off x="1311871" y="104103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Architecture</a:t>
            </a:r>
            <a:endParaRPr lang="en-IN" sz="20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186E6-7AFA-C580-B820-A7B8D870A9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7649" y="1484287"/>
            <a:ext cx="957682" cy="8978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D69071-5639-D764-3502-A123232B982E}"/>
              </a:ext>
            </a:extLst>
          </p:cNvPr>
          <p:cNvSpPr txBox="1"/>
          <p:nvPr/>
        </p:nvSpPr>
        <p:spPr>
          <a:xfrm>
            <a:off x="2876920" y="2423125"/>
            <a:ext cx="169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Storage</a:t>
            </a:r>
            <a:endParaRPr lang="en-IN" sz="11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EB86996-AD2B-E251-8C0B-D053C53A47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676" y="3731695"/>
            <a:ext cx="1709027" cy="653043"/>
          </a:xfrm>
          <a:prstGeom prst="rect">
            <a:avLst/>
          </a:prstGeom>
        </p:spPr>
      </p:pic>
      <p:pic>
        <p:nvPicPr>
          <p:cNvPr id="1028" name="Picture 4" descr="Google Compute Engine: Introduction ...">
            <a:extLst>
              <a:ext uri="{FF2B5EF4-FFF2-40B4-BE49-F238E27FC236}">
                <a16:creationId xmlns:a16="http://schemas.microsoft.com/office/drawing/2014/main" id="{4F847DF3-89BD-4367-6A4A-1F4197F8E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399" y="4759266"/>
            <a:ext cx="1584304" cy="105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8952823-0257-B870-124B-A36BC66594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6937" y="4650643"/>
            <a:ext cx="1293529" cy="57746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AA3DF71-BE6D-DC89-496B-B88514553E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9575" y="1803453"/>
            <a:ext cx="1388252" cy="461080"/>
          </a:xfrm>
          <a:prstGeom prst="rect">
            <a:avLst/>
          </a:prstGeom>
        </p:spPr>
      </p:pic>
      <p:pic>
        <p:nvPicPr>
          <p:cNvPr id="1030" name="Picture 6" descr="Google Cloud Firewall | Sumo Logic Docs">
            <a:extLst>
              <a:ext uri="{FF2B5EF4-FFF2-40B4-BE49-F238E27FC236}">
                <a16:creationId xmlns:a16="http://schemas.microsoft.com/office/drawing/2014/main" id="{D69FADFE-2D12-41D4-F97C-8AF06BB44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796" y="4360727"/>
            <a:ext cx="723813" cy="67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6C9C2BC-DCD8-9B36-1C71-77B4AE1218B9}"/>
              </a:ext>
            </a:extLst>
          </p:cNvPr>
          <p:cNvSpPr txBox="1"/>
          <p:nvPr/>
        </p:nvSpPr>
        <p:spPr>
          <a:xfrm>
            <a:off x="7948426" y="5002017"/>
            <a:ext cx="169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Firewall</a:t>
            </a:r>
            <a:endParaRPr lang="en-IN" sz="11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E5B82D-BE09-6152-7335-57B37AE7BBC1}"/>
              </a:ext>
            </a:extLst>
          </p:cNvPr>
          <p:cNvSpPr txBox="1"/>
          <p:nvPr/>
        </p:nvSpPr>
        <p:spPr>
          <a:xfrm>
            <a:off x="5862976" y="5813549"/>
            <a:ext cx="169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 Engine</a:t>
            </a:r>
            <a:endParaRPr lang="en-IN" sz="11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32" name="Picture 8" descr="Python (programming language) - Wikipedia">
            <a:extLst>
              <a:ext uri="{FF2B5EF4-FFF2-40B4-BE49-F238E27FC236}">
                <a16:creationId xmlns:a16="http://schemas.microsoft.com/office/drawing/2014/main" id="{EF3FEC98-9F17-C559-1A22-3CFC224EC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4" y="4384738"/>
            <a:ext cx="668440" cy="66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7856C15-BAC4-84A7-2C34-5A06B544F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632" y="3871362"/>
            <a:ext cx="733482" cy="73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B7FA20A-1075-7A4D-4C09-7AB3B0E60ABC}"/>
              </a:ext>
            </a:extLst>
          </p:cNvPr>
          <p:cNvSpPr txBox="1"/>
          <p:nvPr/>
        </p:nvSpPr>
        <p:spPr>
          <a:xfrm>
            <a:off x="2786365" y="4628461"/>
            <a:ext cx="169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Model</a:t>
            </a:r>
            <a:endParaRPr lang="en-IN" sz="11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023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SATHAPAN</dc:creator>
  <cp:lastModifiedBy>RAJA SATHAPAN</cp:lastModifiedBy>
  <cp:revision>1</cp:revision>
  <dcterms:created xsi:type="dcterms:W3CDTF">2026-01-18T07:01:32Z</dcterms:created>
  <dcterms:modified xsi:type="dcterms:W3CDTF">2026-02-18T13:12:46Z</dcterms:modified>
</cp:coreProperties>
</file>